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Good evening, we are excited to talk to you about our capstone proposal. We are going to be diving into a world of UX research featuring eye tracking capabilities to </a:t>
            </a:r>
            <a:r>
              <a:rPr lang="en" sz="2500"/>
              <a:t>improve</a:t>
            </a:r>
            <a:r>
              <a:rPr lang="en" sz="2500"/>
              <a:t> web development and design flow.</a:t>
            </a:r>
            <a:endParaRPr sz="25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df7bc25f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df7bc25f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br>
              <a:rPr lang="en"/>
            </a:br>
            <a:r>
              <a:rPr lang="en"/>
              <a:t>and here's Kyle, with the intro.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df7bc25f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df7bc25f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Our hope is that a user will be able to approach our website, create an account, create a project, upload a figma design document, and then have the option to send guest/and or test invites out to people. These test invites will display the figma design on a webframe, while asking to record the guest's screen and webcam. The guest will then perform a preset task, and the eyetracked data will be </a:t>
            </a:r>
            <a:r>
              <a:rPr lang="en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overlaid</a:t>
            </a:r>
            <a:r>
              <a:rPr lang="en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 onto the screen </a:t>
            </a:r>
            <a:r>
              <a:rPr lang="en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recorded</a:t>
            </a:r>
            <a:r>
              <a:rPr lang="en" sz="1600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 footage. That footage is sent serverside, and the user can see how people interact with their UX.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sz="1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fdf7bc25f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fdf7bc25f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fdf7bc25f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fdf7bc25f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df7bc25f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df7bc25f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df7bc25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df7bc25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df7bc25f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df7bc25f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df7bc25f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df7bc25f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Our Risks. Technical challenges because we are using </a:t>
            </a:r>
            <a:r>
              <a:rPr lang="en" sz="1600"/>
              <a:t>embed</a:t>
            </a:r>
            <a:r>
              <a:rPr lang="en" sz="1600"/>
              <a:t> webcams, as everyone knows not all camera are made equal.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Privacy </a:t>
            </a:r>
            <a:r>
              <a:rPr lang="en" sz="1600"/>
              <a:t>concerns -because of using their camera and screen recording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Limited user access so we are not overloading our servers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Over reliance on open source because we are not in control of their changes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Mitigation of risks: regular code reviews, encrypted data, and clearing up any confusion on consent protocols</a:t>
            </a:r>
            <a:endParaRPr sz="16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1c4a5fac0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1c4a5fac0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Stretch goals: These are goals that would be nice to implement if progress allows it.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Some of these would include: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Cross platform and mobile support. Utilizing phone cameras to record and track data. This would be wonderful for UX research as anyone with a phone could participate.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Heat Mapping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Task splitting post video recording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More data and reporting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And expanded support for more domains other than figma</a:t>
            </a:r>
            <a:endParaRPr sz="16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1c4a5fac0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1c4a5fac0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plan to deliver a full documented github </a:t>
            </a:r>
            <a:r>
              <a:rPr lang="en" sz="1600"/>
              <a:t>repo</a:t>
            </a:r>
            <a:r>
              <a:rPr lang="en" sz="1600"/>
              <a:t> with version history.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actual developed Web application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And our </a:t>
            </a:r>
            <a:r>
              <a:rPr lang="en" sz="1600"/>
              <a:t>documentation</a:t>
            </a:r>
            <a:r>
              <a:rPr lang="en" sz="1600"/>
              <a:t> during production.</a:t>
            </a:r>
            <a:endParaRPr sz="16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df7bc25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df7bc25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Thank you so much for listening to our proposal.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Are there any questions?</a:t>
            </a:r>
            <a:endParaRPr sz="2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Remote Eye-Tracking Software Proposal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2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CS Capstone Team 12</a:t>
            </a:r>
            <a:endParaRPr sz="52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2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Proposal #25</a:t>
            </a:r>
            <a:endParaRPr sz="52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Team and Sponsor Information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PFW CS Department </a:t>
            </a:r>
            <a:r>
              <a:rPr lang="en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- Sponsor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Jay Johns </a:t>
            </a:r>
            <a:r>
              <a:rPr lang="en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- Faculty Advisor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Dominic Minnich </a:t>
            </a:r>
            <a:r>
              <a:rPr lang="en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- Team Leader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Sulaiman Hussain, Logan Smith, Kyle Benich </a:t>
            </a:r>
            <a:r>
              <a:rPr lang="en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- Team Members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680850" y="1902050"/>
            <a:ext cx="7782300" cy="29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proposes the development of a software tool utilizing standard computer integrated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cameras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perform eye-tracking for remote user experience (UX) testing. Unlike conventional methods requiring specialized equipment, this solution aims to provide a cost-effective alternative for UX researchers by enhancing remote UX testing capabilities, improving data accuracy, and increasing accessibility.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UX testing relies on physical labs and expensive specialized hardware, limiting its accessibility. The challenge is to create a software tool that enables remote, accurate, and accessible UX testing using only standard cameras, addressing current limitations and democratizing access to UX insights.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Project Goals &amp; Objectives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Goals: Develop and deploy a functional and accurate eye-tracking tool by May.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Long-Term: Establish the software as a leading remote UX testing tool.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Short-Term: Build core functionalities, test, and refine the product.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Scope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In-Scope: Development of Flask server, eye-tracking implementation, user roles, and video recording.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of Scope: No development of specialized hardware or unrelated analysis.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Constraints: Limited budget, time, and reliance on open-source tools.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Approach: Agile development methodology for iterative building and feedback.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Flask, Python, WebGazer, JavaScript, HTML, CSS, SQLite, Proxmox Server,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Timeline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 Stages: Planning, design, development, integration, testing, deployment.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Milestones: Prototype, eye-tracking integration,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setup,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testing, and feedback.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Risk Analysis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Risks: Technical challenges, privacy concerns, limited user access,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reliance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</a:t>
            </a: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Mitigation: Regular code reviews, encrypted data, clear content and consent protocols.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Stretch Goals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Mobile Support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Heat map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Task Splitting post video recording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More data and reporting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Expanded domain support (Beyond figma domain)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Deliverables 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Github Repo (With Version History)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Web App (“eyec.design” / “eyeconnect.design”, pronounced I see Design)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Documentation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079200" y="874975"/>
            <a:ext cx="29856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